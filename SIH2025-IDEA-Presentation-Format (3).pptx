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409cb1d2f47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409cb1d2f47_1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409cb1d2f47_1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9" name="Google Shape;99;g409cb1d2f47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409cb1d2f47_1_1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9cb1d2f47_1_1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5" name="Google Shape;115;g409cb1d2f47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409cb1d2f47_1_1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582025" y="851525"/>
            <a:ext cx="4174744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7" t="0"/>
          <a:stretch/>
        </p:blipFill>
        <p:spPr>
          <a:xfrm>
            <a:off x="7464491" y="182498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/>
          <p:nvPr>
            <p:ph type="ctrTitle"/>
          </p:nvPr>
        </p:nvSpPr>
        <p:spPr>
          <a:xfrm>
            <a:off x="331286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26186" y="1438464"/>
            <a:ext cx="592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 flipH="1" rot="10800000">
            <a:off x="61050" y="5526350"/>
            <a:ext cx="10693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10575" y="1715725"/>
            <a:ext cx="5788200" cy="47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>
                <a:solidFill>
                  <a:schemeClr val="dk1"/>
                </a:solidFill>
              </a:rPr>
              <a:t>Problem Statement ID-  SIH26111</a:t>
            </a:r>
            <a:endParaRPr b="1" sz="2000">
              <a:solidFill>
                <a:schemeClr val="dk1"/>
              </a:solidFill>
            </a:endParaRPr>
          </a:p>
          <a:p>
            <a:pPr indent="-285750" lvl="0" marL="2857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>
                <a:solidFill>
                  <a:schemeClr val="dk1"/>
                </a:solidFill>
              </a:rPr>
              <a:t>Problem   Statement Title- Smart AI-Enabled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   Rapid Feed and Silage Quality Testing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   System for Dairy Farmers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285750" lvl="0" marL="2857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>
                <a:solidFill>
                  <a:schemeClr val="dk1"/>
                </a:solidFill>
              </a:rPr>
              <a:t>Theme- Agriculture ,FoodTech &amp; Rural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    Development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285750" lvl="0" marL="28575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>
                <a:solidFill>
                  <a:schemeClr val="dk1"/>
                </a:solidFill>
              </a:rPr>
              <a:t>PS Category- Software</a:t>
            </a:r>
            <a:endParaRPr b="1" sz="2000">
              <a:solidFill>
                <a:schemeClr val="dk1"/>
              </a:solidFill>
            </a:endParaRPr>
          </a:p>
          <a:p>
            <a:pPr indent="-285750" lvl="0" marL="28575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>
                <a:solidFill>
                  <a:schemeClr val="dk1"/>
                </a:solidFill>
              </a:rPr>
              <a:t>Team ID- </a:t>
            </a:r>
            <a:endParaRPr b="1" sz="2000">
              <a:solidFill>
                <a:schemeClr val="dk1"/>
              </a:solidFill>
            </a:endParaRPr>
          </a:p>
          <a:p>
            <a:pPr indent="-285750" lvl="0" marL="28575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>
                <a:solidFill>
                  <a:schemeClr val="dk1"/>
                </a:solidFill>
              </a:rPr>
              <a:t>Team Name- YuvaNova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96" name="Google Shape;96;p13" title="SIH202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0075" y="86075"/>
            <a:ext cx="2276223" cy="11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descr="Your startup LOGO" id="105" name="Google Shape;105;p14"/>
          <p:cNvSpPr/>
          <p:nvPr/>
        </p:nvSpPr>
        <p:spPr>
          <a:xfrm>
            <a:off x="256500" y="212699"/>
            <a:ext cx="1599600" cy="7176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YuvaNova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79525" y="1059575"/>
            <a:ext cx="4142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</a:rPr>
              <a:t>Proposed Solution:</a:t>
            </a:r>
            <a:endParaRPr b="1" sz="3200">
              <a:solidFill>
                <a:schemeClr val="dk2"/>
              </a:solidFill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79525" y="1619050"/>
            <a:ext cx="50601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 Addresses the Problem 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9525" y="2079973"/>
            <a:ext cx="70947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farmers identify poor-quality feed early.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guesswork in feed selection.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Warns about possible adulteration and spoilage.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guidance in Telugu, Hindi, and English.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479525" y="3560875"/>
            <a:ext cx="4582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Innovation &amp; Uniqueness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79525" y="4070575"/>
            <a:ext cx="8465400" cy="20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Combines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AI, feed testing, and animal-specific recommendations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one platform.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Low-cost and software-based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without expensive equipment.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QR-based digital Feed Passport for tracking.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spoilage alerts using feed-quality history.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4" title="WhatsApp Image 2026-09-10 at 11.24.18 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5825" y="1332375"/>
            <a:ext cx="3586175" cy="4974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title="SIH202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95950" y="122023"/>
            <a:ext cx="2381250" cy="10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20" name="Google Shape;120;p15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descr="Your startup LOGO" id="121" name="Google Shape;121;p15"/>
          <p:cNvSpPr/>
          <p:nvPr/>
        </p:nvSpPr>
        <p:spPr>
          <a:xfrm>
            <a:off x="280875" y="252250"/>
            <a:ext cx="16851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YuvaNova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5" title="SIH20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9425" y="146525"/>
            <a:ext cx="2490549" cy="105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64050" y="1095375"/>
            <a:ext cx="100194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</a:rPr>
              <a:t>C</a:t>
            </a: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omputer Vision: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OpenCV + MobileNetV2 for feed defect and spoilage detection.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Urea Risk Analysis: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NPN-to-protein ratio for suspected urea adulteration.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Nutrient Analysis: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Compare protein, moisture and fibre with BIS/ICAR standards.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Risk Scoring: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Generate a </a:t>
            </a: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0–100 SmartFeed Health Score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Personalized Feeding: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Recommend ration based on animal details and milk yield.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Planning: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 daily feeding schedules and track feeding history.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QR Traceability: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Generate QR-based feed batch records.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Offline &amp; Multilingual: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FastAPI + SQLite with English, Telugu and Hindi support.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4" name="Google Shape;124;p15" title="WhatsApp Image 2026-09-10 at 3.11.30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050" y="3987075"/>
            <a:ext cx="11118452" cy="22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8688500" y="5196000"/>
            <a:ext cx="352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33" name="Google Shape;133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34" name="Google Shape;134;p16"/>
          <p:cNvSpPr/>
          <p:nvPr/>
        </p:nvSpPr>
        <p:spPr>
          <a:xfrm>
            <a:off x="207600" y="252250"/>
            <a:ext cx="15936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YuvaNova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09600" y="941775"/>
            <a:ext cx="284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Feasibility: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09600" y="1392125"/>
            <a:ext cx="9361200" cy="15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Low-cost and software-based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no expensive equipment needed.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 on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devices and offline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AI models and datasets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09600" y="2455425"/>
            <a:ext cx="51849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Challenges &amp; Risks: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609600" y="2929025"/>
            <a:ext cx="8408700" cy="13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quality may affect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results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Photos alone cannot confirm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chemical toxins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feed types may give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results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609600" y="4084675"/>
            <a:ext cx="534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Mitigation Strategies: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09600" y="4524375"/>
            <a:ext cx="76761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preprocessing and fallback methods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 with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real-world feed samples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results with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BIS &amp; ICAR standards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Clearly recommend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testing when needed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6" title="SIH20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0826" y="128225"/>
            <a:ext cx="2203925" cy="124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>
            <p:ph type="title"/>
          </p:nvPr>
        </p:nvSpPr>
        <p:spPr>
          <a:xfrm>
            <a:off x="6504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83850" y="1482625"/>
            <a:ext cx="950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chemeClr val="dk2"/>
                </a:solidFill>
              </a:rPr>
              <a:t>Impact: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2" name="Google Shape;152;p17"/>
          <p:cNvSpPr/>
          <p:nvPr/>
        </p:nvSpPr>
        <p:spPr>
          <a:xfrm>
            <a:off x="329776" y="252250"/>
            <a:ext cx="16362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YuvaNova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683850" y="2005825"/>
            <a:ext cx="107526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Farmers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Better animal health and reduced feed-related losses.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Dairy Industry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Supports better milk production through balanced feeding.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Rural Communities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Makes feed quality checking simple and affordable.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83850" y="3429000"/>
            <a:ext cx="27114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chemeClr val="dk2"/>
                </a:solidFill>
              </a:rPr>
              <a:t>Benefits: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83850" y="4019550"/>
            <a:ext cx="10905900" cy="20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Healthier livestock and easier access to useful farming guidance.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Economic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Reduces losses from spoiled/adulterated feed and unnecessary testing costs.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Technological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Provides low-cost AI screening, multilingual support, and QR-based feed traceability.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7" title="SIH20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9325" y="146550"/>
            <a:ext cx="2344623" cy="1191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>
            <p:ph type="title"/>
          </p:nvPr>
        </p:nvSpPr>
        <p:spPr>
          <a:xfrm>
            <a:off x="6096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64" name="Google Shape;164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65" name="Google Shape;165;p18"/>
          <p:cNvSpPr/>
          <p:nvPr/>
        </p:nvSpPr>
        <p:spPr>
          <a:xfrm>
            <a:off x="329775" y="252250"/>
            <a:ext cx="16179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YuvaNova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609600" y="1587500"/>
            <a:ext cx="10716900" cy="3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BIS IS 2052:2023 – Compounded Feeds for Cattle.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ICAR Dairy Animal Nutrition Guidelines – Animal feeding and ration recommendations.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Mendeley Grain Defects Dataset – Feed defect classification.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Silage Quality Dataset – Fresh and spoiled silage detection.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OpenCV &amp; MobileNetV2 – AI-based feed image analysis and defect detection.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NPN/Urea Stoichiometric Model – Suspected urea adulteration risk screening.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8" title="SIH20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2600" y="147300"/>
            <a:ext cx="2307974" cy="1173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